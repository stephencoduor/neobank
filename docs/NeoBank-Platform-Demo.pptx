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B9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097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NeoBank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Banking Platform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2834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B9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Qsoftwares Ltd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9B94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Built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18872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0604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to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18872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0372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Providers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46888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digital banking for Kenya &amp; East Africa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Apache Fineract core banking engine (Java 21 + Spring Boot)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76-page consumer + admin + merchant prototype (Savanna design system)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30-page app wired to live Fineract API with Live/Demo badges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forest green + warm gold design language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B9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URLs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097280"/>
            <a:ext cx="7680960" cy="9601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Shape 3"/>
          <p:cNvSpPr/>
          <p:nvPr/>
        </p:nvSpPr>
        <p:spPr>
          <a:xfrm>
            <a:off x="1005840" y="1234440"/>
            <a:ext cx="1188720" cy="274320"/>
          </a:xfrm>
          <a:prstGeom prst="rect">
            <a:avLst/>
          </a:prstGeom>
          <a:solidFill>
            <a:srgbClr val="E9B949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37744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https://pro.fineract.us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774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76-page prototype (Savanna design system)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286000"/>
            <a:ext cx="7680960" cy="9601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Shape 8"/>
          <p:cNvSpPr/>
          <p:nvPr/>
        </p:nvSpPr>
        <p:spPr>
          <a:xfrm>
            <a:off x="1005840" y="2423160"/>
            <a:ext cx="1188720" cy="274320"/>
          </a:xfrm>
          <a:prstGeom prst="rect">
            <a:avLst/>
          </a:prstGeom>
          <a:solidFill>
            <a:srgbClr val="E9B949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423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APP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37744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https://neo.fineract.us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3774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30-page app wired to Fineract API (Live/Demo badges)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" y="3474720"/>
            <a:ext cx="7680960" cy="9601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6" name="Shape 13"/>
          <p:cNvSpPr/>
          <p:nvPr/>
        </p:nvSpPr>
        <p:spPr>
          <a:xfrm>
            <a:off x="1005840" y="3611880"/>
            <a:ext cx="1188720" cy="274320"/>
          </a:xfrm>
          <a:prstGeom prst="rect">
            <a:avLst/>
          </a:prstGeom>
          <a:solidFill>
            <a:srgbClr val="E9B949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3611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37744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https://api.fineract.us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37744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Fineract REST API (PostgreSQL backend)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sites: HTTPS/SSL, nginx reverse proxy, Docker deployment on Hostinger VPS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9B94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Modules — Consumer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105156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KYC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1600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login (+254), 4-step registration, 5-step KYC verification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14300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43000"/>
            <a:ext cx="54864" cy="105156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801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94960" y="1600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(KES/USD), transaction history, statements, search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23774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377440"/>
            <a:ext cx="54864" cy="105156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146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9728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Visa + Physical Mastercard, freeze/limits/PIN, issuance pipeline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3774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377440"/>
            <a:ext cx="54864" cy="105156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5146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39496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send, M-Pesa, cross-border EAC, bill pay, QR, RTGS/EFT, reversals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361188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" y="3611880"/>
            <a:ext cx="54864" cy="105156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4904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9728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97280" y="4069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flow, amortization schedule, active loan tracking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754880" y="361188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3611880"/>
            <a:ext cx="54864" cy="1051560"/>
          </a:xfrm>
          <a:prstGeom prst="rect">
            <a:avLst/>
          </a:prstGeom>
          <a:solidFill>
            <a:srgbClr val="2D6A4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74904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94960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394960" y="4069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with progress rings, fixed deposits, chama groups, budgets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Modules — Merchant &amp; Admin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Portal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173736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revenue stats &amp; hourly chart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terminal management &amp; fleet tracking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SoftPOS / Tap-to-Phone (key differentiator)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POS (PAX/Sunmi/Ingenico)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Settlements &amp; instant settlement engine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onboarding (5-step flow)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links &amp; invoice generation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14300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887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143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29200" y="1737360"/>
            <a:ext cx="3383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user management, KYC review queue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monitoring &amp; fraud detection (ML)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AML/CFT screening, regulatory reporting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ledger &amp; event sourcing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 balancing, multi-currency reconciliation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orchestration &amp; circuit breakers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response, audit log, API security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B9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Architecture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46888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097280"/>
            <a:ext cx="2468880" cy="36576"/>
          </a:xfrm>
          <a:prstGeom prst="rect">
            <a:avLst/>
          </a:prstGeom>
          <a:solidFill>
            <a:srgbClr val="E9B949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Fineract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+ Spring Boot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246888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Shape 7"/>
          <p:cNvSpPr/>
          <p:nvPr/>
        </p:nvSpPr>
        <p:spPr>
          <a:xfrm>
            <a:off x="3200400" y="1097280"/>
            <a:ext cx="2468880" cy="36576"/>
          </a:xfrm>
          <a:prstGeom prst="rect">
            <a:avLst/>
          </a:prstGeom>
          <a:solidFill>
            <a:srgbClr val="E9B949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Liquibase migrations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1097280"/>
            <a:ext cx="2468880" cy="10058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4" name="Shape 11"/>
          <p:cNvSpPr/>
          <p:nvPr/>
        </p:nvSpPr>
        <p:spPr>
          <a:xfrm>
            <a:off x="5943600" y="1097280"/>
            <a:ext cx="2468880" cy="36576"/>
          </a:xfrm>
          <a:prstGeom prst="rect">
            <a:avLst/>
          </a:prstGeom>
          <a:solidFill>
            <a:srgbClr val="E9B949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508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 VPS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NeoBank Module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57200" y="2880360"/>
            <a:ext cx="265176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53512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22960" y="2880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Integration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337560" y="2880360"/>
            <a:ext cx="265176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953512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03320" y="2880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Smile ID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217920" y="2880360"/>
            <a:ext cx="265176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953512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83680" y="28803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Management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" y="3383280"/>
            <a:ext cx="265176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56432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22960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Services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337560" y="3383280"/>
            <a:ext cx="265176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456432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03320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Screening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217920" y="3383280"/>
            <a:ext cx="265176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456432"/>
            <a:ext cx="228600" cy="2286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583680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OTP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457200" y="3886200"/>
            <a:ext cx="265176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959352"/>
            <a:ext cx="228600" cy="22860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22960" y="3886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Payments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337560" y="3886200"/>
            <a:ext cx="265176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3959352"/>
            <a:ext cx="228600" cy="22860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3703320" y="3886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Goals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6217920" y="3886200"/>
            <a:ext cx="265176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3959352"/>
            <a:ext cx="228600" cy="22860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6583680" y="3886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45" name="Text 33"/>
          <p:cNvSpPr/>
          <p:nvPr/>
        </p:nvSpPr>
        <p:spPr>
          <a:xfrm>
            <a:off x="73152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unused Fineract modules stripped for lean deployment</a:t>
            </a:r>
            <a:endParaRPr lang="en-US" sz="1100" dirty="0"/>
          </a:p>
        </p:txBody>
      </p:sp>
      <p:sp>
        <p:nvSpPr>
          <p:cNvPr id="46" name="Shape 3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9B94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Highlights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 build, Tailwind v4, shadcn/ui components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54880" y="114300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useApiQuery Hooks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03520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to mock data when API unavailable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3774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146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Live/Demo Badges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0584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shows real-time API connectivity status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54880" y="237744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5146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0352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0352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dark mode with system preference detection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361188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4904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005840" y="4069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sidebar, adaptive layouts for all screens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4754880" y="3611880"/>
            <a:ext cx="40233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4904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0352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57+ Screenshots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303520" y="4069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&amp; dark variants for all pages documented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B9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Compliance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78992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0058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HTTPS/SSL on all endpoints (Let's Encrypt)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57200" y="1481328"/>
            <a:ext cx="822960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14813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to Fineract API (OAuth2 upgrade planned)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57200" y="1956816"/>
            <a:ext cx="822960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29968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19568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properly configured for all frontends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57200" y="2432304"/>
            <a:ext cx="822960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505456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243230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KYC/AML screening stubs ready for Smile ID / Onfido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57200" y="2907792"/>
            <a:ext cx="822960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980944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05840" y="29077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CBK regulatory compliance framework built in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457200" y="3383280"/>
            <a:ext cx="822960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456432"/>
            <a:ext cx="228600" cy="228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05840" y="33832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considerations for Kenya (ODPC Act)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457200" y="3858768"/>
            <a:ext cx="822960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931920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005840" y="38587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protection guidelines (CBK compliance)</a:t>
            </a:r>
            <a:endParaRPr lang="en-US" sz="1200" dirty="0"/>
          </a:p>
        </p:txBody>
      </p:sp>
      <p:sp>
        <p:nvSpPr>
          <p:cNvPr id="26" name="Shape 16"/>
          <p:cNvSpPr/>
          <p:nvPr/>
        </p:nvSpPr>
        <p:spPr>
          <a:xfrm>
            <a:off x="457200" y="4334256"/>
            <a:ext cx="8229600" cy="384048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407408"/>
            <a:ext cx="228600" cy="2286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005840" y="433425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playbooks &amp; notification workflows</a:t>
            </a: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9B949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Budget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772400" cy="32004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1828800" cy="320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572768"/>
            <a:ext cx="1097280" cy="2286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572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7772400" cy="32004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011680"/>
            <a:ext cx="4572000" cy="320040"/>
          </a:xfrm>
          <a:prstGeom prst="rect">
            <a:avLst/>
          </a:prstGeom>
          <a:solidFill>
            <a:srgbClr val="E9B94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Critical Path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~$180K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395728"/>
            <a:ext cx="1097280" cy="228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3957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834640"/>
            <a:ext cx="7772400" cy="320040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~$400K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218688"/>
            <a:ext cx="1097280" cy="228600"/>
          </a:xfrm>
          <a:prstGeom prst="rect">
            <a:avLst/>
          </a:prstGeom>
          <a:solidFill>
            <a:srgbClr val="6C757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218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 for MVP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9776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BaaS partner (Marqeta/Stripe) for card issuance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 for iOS/Android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certification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features identified in gap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B94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051560"/>
            <a:ext cx="411480" cy="411480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1005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review of live URLs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1307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pro.fineract.us  |  neo.fineract.us  |  api.fineract.us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691640"/>
            <a:ext cx="411480" cy="411480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71600" y="1645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 development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19476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with shared Dart codebase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71600" y="2286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BaaS partner selection for card issuance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71600" y="2587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Marqeta, Stripe Issuing, or local partner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" y="2971800"/>
            <a:ext cx="411480" cy="411480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371600" y="2926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KYC/AML provider integration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71600" y="3227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ID for identity verification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1520" y="3611880"/>
            <a:ext cx="411480" cy="411480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37160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API production credentials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71600" y="3867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Safaricom Daraja API go-live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26" name="Text 23"/>
          <p:cNvSpPr/>
          <p:nvPr/>
        </p:nvSpPr>
        <p:spPr>
          <a:xfrm>
            <a:off x="73152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37160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CBK licensing preparation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371600" y="4507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submission &amp; compliance audit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NeoBank  —  Qsoftwares Ltd  —  April 2026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9B94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NeoBank Digital Banking Platform — Live Demo</dc:title>
  <dc:subject>PptxGenJS Presentation</dc:subject>
  <dc:creator>NeoBank / Qsoftwares Ltd</dc:creator>
  <cp:lastModifiedBy>NeoBank / Qsoftwares Ltd</cp:lastModifiedBy>
  <cp:revision>1</cp:revision>
  <dcterms:created xsi:type="dcterms:W3CDTF">2026-04-09T19:45:04Z</dcterms:created>
  <dcterms:modified xsi:type="dcterms:W3CDTF">2026-04-09T19:45:04Z</dcterms:modified>
</cp:coreProperties>
</file>